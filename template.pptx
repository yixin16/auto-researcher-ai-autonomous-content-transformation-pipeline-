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1" autoAdjust="0"/>
    <p:restoredTop sz="94660"/>
  </p:normalViewPr>
  <p:slideViewPr>
    <p:cSldViewPr snapToGrid="0">
      <p:cViewPr varScale="1">
        <p:scale>
          <a:sx n="42" d="100"/>
          <a:sy n="42" d="100"/>
        </p:scale>
        <p:origin x="53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26416-7F68-6059-89D8-7A8C086E7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A0471-4AC3-BB9B-E07A-39D62EED9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59F2D-EFA7-A3FE-7854-424707F90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B09BF-4CF1-F058-8253-ADF36875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35F09-04B3-36C4-28AD-D405D8CB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85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4232-E58C-FE0C-DF18-0146AB7D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C3888-9DDB-2A6D-DF25-50CC5A1B3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9237C-59F1-E394-6180-BBCAE05A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FC0EA-2573-7C35-39AD-32345F98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05BEB-BC96-15A4-CD00-19EF8A6D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46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B695-6245-A37D-9C48-DBBF6FD8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524FE-6D85-4F5F-B108-9372DBF7E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BD22F-5D23-5A62-858D-52A5576A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60E08-E908-1856-97B5-BDC3EB84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0C34D-6924-E5E3-21F4-7BFFC975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9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37C5-A1C0-3EB2-6BE9-E6163128E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F230B-E7C2-16EC-3448-996D4964B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062F0-2F1D-FA6B-3CB6-B61FF3CE9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5B844-1E83-E022-31E8-190CA944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8A19E-ED08-B6CF-D8EF-72372C7C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1F124-EE00-5415-0AD3-886199A6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39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D1265-8E48-E3A5-3A29-160E589A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B8C5A-E44B-FEEE-15AB-BE66ECA0F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6E116-3976-EB86-DDF1-3A0341AF3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25C253-DA45-330A-67A9-22CBAE084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AEB75-CF81-5B29-E646-9F93902AA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E34AD1-BB4F-0BB6-0D6D-74702C99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329E44-7F85-BF0E-5405-308F5571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51D21C-6DFA-90E5-0AC1-818FE4E3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11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D7D6-63D8-787A-CEAB-4BF1422C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8D978-2099-D9AA-3A72-198461AB9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D047D-6B64-4FDB-EDE7-B9D9908E6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79359-1A8E-F17B-F4A8-E086303F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1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7BAE5-1843-7E50-EB4F-D3AF742D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A2C690-A9F3-93D5-B44F-6ECCE2EB7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0EABD-2160-8E79-08C0-AE45E31DF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7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DFFF-D490-1D4D-7801-A32070ACA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89CC4-0CDF-A8E4-A5F7-550EBE652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F8961-1FEE-54D0-E43D-36269B094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167F-14A0-077F-2E8E-1DDF3561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F7E84-041A-E542-1A95-774BB5BB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6473A-95FB-F1EE-52F1-5BAECA31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38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FB39-C147-EAC3-97DD-FEFB727C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FAD9C-FCE7-9664-4A16-829569A59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236E9-1A36-3C7B-4E74-836DB642A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9C0CF-CA1E-91B4-02FD-19E997FB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92478-48B3-EFBF-6462-1FC4F043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2AB6E-43FB-E15C-D257-673BF4AA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32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1E48-17CE-5579-E317-950A499E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07C72-446B-68F2-2D68-DCA56DBD1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B918F-BFB5-37CF-18F9-C723D45E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27728-D2E0-5D46-1882-2C88B082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4B785-56DD-0361-1BEE-48EED3E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8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9CF0F-E79F-436C-B9D2-47B7030F7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AD400-C0AA-E77F-C776-1FEF13104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8FEDB-C87D-5A01-1C5D-C060AAD8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C253B-883B-DD49-17FE-89856A83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FF02E-5503-E4F6-DC5E-6B9A0487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57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B467F-F90F-5041-7022-F465E0855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0C053-A2C3-87CA-2697-E05E7B78A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2E2D0-A143-0945-1940-E49624641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663071-EB19-4EA2-B871-1789B7DF237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33CCA-4A1F-DD8E-2935-E156E8488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A97CD-FC36-7406-A71A-E645EFDBD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D2DDD-D7EC-4952-A383-6208F247F8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7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867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Yi Xin</dc:creator>
  <cp:lastModifiedBy>Tan Yi Xin</cp:lastModifiedBy>
  <cp:revision>1</cp:revision>
  <dcterms:created xsi:type="dcterms:W3CDTF">2025-11-14T08:16:48Z</dcterms:created>
  <dcterms:modified xsi:type="dcterms:W3CDTF">2025-11-14T08:17:18Z</dcterms:modified>
</cp:coreProperties>
</file>